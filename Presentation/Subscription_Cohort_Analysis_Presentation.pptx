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Cohort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Churn Analysis using Power BI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Maven Analytics  |  3,069 subscriptions  |  Sep 2022 – Sep 2023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data warehouse and analytical Power BI dashboard to understand subscriber retention and churn — how long customers stay subscribed, why they leave, and how retention trends over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3,069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subscriptions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38404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8404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3977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$39/mo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98080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cost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&amp; Dictionary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from Maven Analytics — a public dataset repository for practice projects.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749808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identifier for each customer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created_date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the subscription started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canceled_date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it ended (placeholder = still active)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subscription_cost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$39/month, constant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subscription_interval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Monthly, constant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was_subscription_paid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payment succeeded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2E5E4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5087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created_date and canceled_date to proper Date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2E5E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flag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5603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placeholder canceled_date as "still subscribed," not missing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2E5E4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611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column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611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subscription_status: Active, Canceled, or Payment failed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2E5E4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46634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column quality &amp; distribution using Power Query profiling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subscription_cost and subscription_interval are constant across all rows — kept for context, not used as analysis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 schema connects a Date dimension to the subscription fact 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2EF"/>
          </a:solidFill>
          <a:ln w="19050">
            <a:solidFill>
              <a:srgbClr val="2E5E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DimDate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MonthNumber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MonthYear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StartOfMonth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246888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2EF"/>
          </a:solidFill>
          <a:ln w="19050">
            <a:solidFill>
              <a:srgbClr val="2E5E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0" y="310896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created_date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canceled_date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subscription_status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subscription_duration_days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338328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created_date → DimDate[Date]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One-to-many, single cross-filter direction (DimDate filters the fact table)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3,069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Subscribers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554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2900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54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396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823960" y="15544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2396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Payments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included: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Subscription status breakdown (bar chart)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Cancellations over time (line chart, chronologically sorted via DimDate)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KPI cards summarizing subscriber health at a glance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48640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dashboard screenshot here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5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Project Phases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Power Query — cleaning &amp; transformation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Power BI — modeling &amp; dashboard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Draw.io — project phases diagram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0" y="219456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Data Sourcing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Data Cleaning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Data Modeling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Dashboard Build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D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2026-08-08T16:55:14Z</dcterms:created>
  <dcterms:modified xsi:type="dcterms:W3CDTF">2026-08-08T16:55:14Z</dcterms:modified>
</cp:coreProperties>
</file>